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heme/themeOverride1.xml" ContentType="application/vnd.openxmlformats-officedocument.themeOverride+xml"/>
  <Override PartName="/ppt/tags/tag68.xml" ContentType="application/vnd.openxmlformats-officedocument.presentationml.tags+xml"/>
  <Override PartName="/ppt/theme/themeOverride2.xml" ContentType="application/vnd.openxmlformats-officedocument.themeOverr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618" y="90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zh-CN" sz="5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</a:t>
            </a:r>
            <a:r>
              <a:rPr lang="zh-CN" altLang="en-US" sz="5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程序设计期末设计题目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2026-5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17875"/>
            <a:ext cx="10969200" cy="7056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基本要求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23290"/>
            <a:ext cx="10968990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4、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提交的设计文档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实现过程如有雷同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相关同学成绩均按不及格处理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5、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提交内容包括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电子版设计文档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格式参考课程设计报告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完整代码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每个同学一个文件夹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文件夹命名方式为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“班号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学号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姓名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联系电话”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6、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以上内容请本课程的班级负责人统一搜集完整后于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前发送至邮箱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conglg@cust.edu.cn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</a:t>
            </a:r>
            <a:r>
              <a:rPr lang="en-US" altLang="zh-CN"/>
              <a:t>、</a:t>
            </a:r>
            <a:r>
              <a:rPr lang="zh-CN" altLang="en-US"/>
              <a:t>备选题目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题目</a:t>
            </a:r>
            <a:r>
              <a:rPr lang="en-US" altLang="zh-CN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：响应式个人博客网站</a:t>
            </a:r>
          </a:p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要求：</a:t>
            </a:r>
            <a:endParaRPr lang="en-US" altLang="zh-CN" sz="24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HTML5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语义化标签搭建博客结构（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header/nav/article/footer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等）</a:t>
            </a:r>
            <a:endParaRPr lang="en-US" altLang="zh-CN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CSS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实现响应式布局（适配手机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平板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/PC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en-US" altLang="zh-CN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JavaScript</a:t>
            </a:r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实现功能：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黑暗模式切换；博客文章分类过滤；评论区表单验证（禁止空内容提交）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备选题目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题目2：在线待办事项清单</a:t>
            </a:r>
          </a:p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要求：</a:t>
            </a:r>
            <a:endParaRPr lang="en-US" altLang="zh-CN" sz="24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html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：界面包含任务输入框、添加按钮和任务列表</a:t>
            </a:r>
            <a:endParaRPr lang="en-US" altLang="zh-CN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CSS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动画：任务添加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删除时的渐入渐出效果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JavaScript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实现功能：添加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删除任务；标记任务完成状态；数据持久化（使用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LocalStorage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en-US" altLang="zh-CN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备选题目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题目3：天气预报查询应用</a:t>
            </a:r>
          </a:p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要求：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调用免费天气API（如OpenWeatherMap）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页面包含：城市搜索输入框；显示当前温度、天气图标、风速等数据；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JavaScript处理API数据并动态渲染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CSS设计天气卡片布局（不同天气状态不同配色）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备选题目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题目4：简易像素画板</a:t>
            </a:r>
          </a:p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要求：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HTML/CSS创建画板网格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JavaScript实现功能：点击格子切换颜色（调色盘功能）；清空画板按钮；保存绘画为PNG图片（使用Canvas API）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备选题目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>
              <a:buClrTx/>
              <a:buSzTx/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题目5：交互式餐厅菜单</a:t>
            </a:r>
          </a:p>
          <a:p>
            <a:pPr marL="0" indent="0">
              <a:buNone/>
            </a:pPr>
            <a:r>
              <a:rPr lang="zh-CN" altLang="en-US" sz="24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要求：</a:t>
            </a: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响应式菜单页面（菜品分类+图片展示）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CSS实现菜品卡片的悬停动画效果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JavaScript实现功能：购物车系统（添加/删除菜品）；价格实时计算；表单提交模拟订单（弹窗确认）</a:t>
            </a:r>
          </a:p>
          <a:p>
            <a:pPr marL="0" indent="0">
              <a:buNone/>
            </a:pP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406</Words>
  <Application>Microsoft Office PowerPoint</Application>
  <PresentationFormat>宽屏</PresentationFormat>
  <Paragraphs>36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黑体</vt:lpstr>
      <vt:lpstr>苹方-简</vt:lpstr>
      <vt:lpstr>宋体</vt:lpstr>
      <vt:lpstr>Arial</vt:lpstr>
      <vt:lpstr>Wingdings</vt:lpstr>
      <vt:lpstr>WPS</vt:lpstr>
      <vt:lpstr>Web程序设计期末设计题目</vt:lpstr>
      <vt:lpstr>一、基本要求</vt:lpstr>
      <vt:lpstr>二、备选题目</vt:lpstr>
      <vt:lpstr>二、备选题目</vt:lpstr>
      <vt:lpstr>二、备选题目</vt:lpstr>
      <vt:lpstr>二、备选题目</vt:lpstr>
      <vt:lpstr>二、备选题目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2623050020@qq.com</cp:lastModifiedBy>
  <cp:revision>171</cp:revision>
  <dcterms:created xsi:type="dcterms:W3CDTF">2025-06-02T01:46:00Z</dcterms:created>
  <dcterms:modified xsi:type="dcterms:W3CDTF">2026-05-29T06:51:35Z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227589008317965158023D689E0568C5_43</vt:lpwstr>
  </property>
</Properties>
</file>